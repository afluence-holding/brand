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icolas/Dev/brandbook/brand/assets/logo/primary/white-on-black/afluence-primary-white-on-black-3200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097280"/>
            <a:ext cx="6400800" cy="2212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Brand 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97280" y="1755648"/>
            <a:ext cx="6858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828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Mission &amp; Vision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2212848"/>
            <a:ext cx="6858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Values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2670048"/>
            <a:ext cx="6858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Color Palette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3127248"/>
            <a:ext cx="6858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00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Typography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097280" y="3584448"/>
            <a:ext cx="6858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Tone of Voice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097280" y="4041648"/>
            <a:ext cx="6858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114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Logo Usage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4498848"/>
            <a:ext cx="68580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SYSTEM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98080" y="365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Hay 50 millones de creadores de contenido en el mundo. Tienen audiencia, tienen conocimiento, tienen influencia.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Pero cuando intentan monetizar, el sistema les falla.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Les venden cursos que nadie termina. PDFs que mueren en una carpeta. Mentorías que no escalan. Plataformas genéricas que tratan a todos igual.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de tasa de finalización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SYSTEM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 estaban diseñados para funcionar.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404040"/>
                </a:solidFill>
              </a:rPr>
              <a:t>Estaban diseñados para venderse.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Nosotros decidimos diseñar para que funcionen.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404040"/>
                </a:solidFill>
              </a:rPr>
              <a:t>No somos una agencia. No somos una plataforma.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Somos un AI Factory.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</a:rPr>
              <a:t>Afluence existe porque los creadores merecen más que productos genéricos. Merecen un ecosistema inteligente. Merecen un imperio.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98080" y="365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4864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los productos digitales genéricos que no funcionan por ecosistemas inteligentes que generan resultados reales para los creadores y sus audiencias.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4864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la empresa que definió cómo los creadores de contenido monetizan en la era de la inteligencia artificial.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98080" y="365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OVER TALK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08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"Pitching is easy. Shipping is Afluence."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AS CEO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have an audience. We give you a company."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MINDSET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 product is a sale. An ecosystem is an empire."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931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CO-CREATE, NEVER DICTATE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251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expertise plus our engine. That's the formula."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AUDIENCE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"Their followers trusted them. We honor that trust."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768096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423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"While others plan, we ship. Done beats perfect."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RADICAL TRANSPARENCY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"Bad news fast. Good news faster."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OBSIDIAN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98080" y="365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37160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AF-01 Obsidian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#000000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principal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77440" y="1280160"/>
            <a:ext cx="1371600" cy="1371600"/>
          </a:xfrm>
          <a:prstGeom prst="rect">
            <a:avLst/>
          </a:prstGeom>
          <a:solidFill>
            <a:srgbClr val="0A0A0A"/>
          </a:solidFill>
          <a:ln w="6350">
            <a:solidFill>
              <a:srgbClr val="40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AF-02 Abyss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#0A0A0A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Superficies, cards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23360" y="1280160"/>
            <a:ext cx="1371600" cy="13716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AF-03 Slate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#404040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2336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secundario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69280" y="1280160"/>
            <a:ext cx="1371600" cy="13716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AF-04 Steel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#E5E7EB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claros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0" y="1280160"/>
            <a:ext cx="1371600" cy="137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2788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AF-05 Blanco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sobre dark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Monocromático frío, quirúrgico. Sin color de acento — la tipografía y el contenido hacen todo el trabajo.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TIPOGRAFIA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98080" y="365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Grotesk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 ·  Semibold  ·  Medium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Monospace-Inspired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 ·  Medium  ·  Light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Humanist Sans-Serif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08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3474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Grotesk Bold, uppercase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3767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Grotesk Semibold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45920" y="40599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Grotesk Medium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352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43525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Regular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6451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4645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Regular, Slate (#404040)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DE VOZ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98080" y="365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Provocador + Aspiracional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40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4608576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340096" y="1965960"/>
            <a:ext cx="3072384" cy="73152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the present → Elevate toward the future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548640" cy="0"/>
          </a:xfrm>
          <a:prstGeom prst="line">
            <a:avLst/>
          </a:prstGeom>
          <a:noFill/>
          <a:ln w="19050">
            <a:solidFill>
              <a:srgbClr val="40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challenge what's broken.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what's next.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794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course has 12% completion. Your empire deserves better."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0873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"Everyone sells followers. We build infrastructure."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43799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"PDFs die in a folder. Empires don't."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46725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a guru. Not an agency. An AI Factory."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DE VOZ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2286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Usa datos concretos para provocar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Nombra lo que está roto sin miedo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Conecta provocación con visión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Frases cortas, ritmo rápido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Habla como builder, no vendedor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La última frase siempre es la más fuerte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2286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Nunca suena a guru o coach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Nunca exclamaciones exageradas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Nunca promete sin sustancia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Nunca habla mal de personas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Nunca suena desesperado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5E7EB"/>
                </a:solidFill>
              </a:rPr>
              <a:t>Nunca jerga corporativa vacía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768096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 ·  Imperio  ·  Ecosistema  ·  Infraestructura  ·  Factory  ·  IA  ·  Escalar  ·  Builder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trike="sngStrike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 ·  Mentoria  ·  PDF  ·  Guru  ·  Coach  ·  Hack  ·  Secreto  ·  Fórmula mágica  ·  Hustle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498080" y="365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0" cy="16459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/Users/nicolas/Dev/brandbook/brand/assets/logo/primary/black-on-white/afluence-primary-black-on-white-bg-3200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280160"/>
            <a:ext cx="3291840" cy="11338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LOCKUP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657600" cy="16459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/Users/nicolas/Dev/brandbook/brand/assets/logo/compact/black-on-white/afluence-compact-black-on-white-1200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0" y="1371600"/>
            <a:ext cx="3108960" cy="12435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548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LOCKUP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31520" y="3200400"/>
            <a:ext cx="3657600" cy="1463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1" name="Image 2" descr="/Users/nicolas/Dev/brandbook/brand/assets/logo/icon-only/black-on-white/afluence-icon-only-black-on-white-1024w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828800" y="3291840"/>
            <a:ext cx="914400" cy="12435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ONLY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754880" y="3200400"/>
            <a:ext cx="3657600" cy="14630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4" name="Image 3" descr="/Users/nicolas/Dev/brandbook/brand/assets/logo/wordmark-only/black-on-white/afluence-wordmark-only-black-on-white-800w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29200" y="3566160"/>
            <a:ext cx="3108960" cy="7772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488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 ONLY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— APLICACIONES DE COLOR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/Users/nicolas/Dev/brandbook/brand/assets/logo/primary/black-on-white/afluence-primary-black-on-white-bg-3200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1188720"/>
            <a:ext cx="45720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2402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ON WHITE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31520" y="2606040"/>
            <a:ext cx="7680960" cy="1097280"/>
          </a:xfrm>
          <a:prstGeom prst="rect">
            <a:avLst/>
          </a:prstGeom>
          <a:solidFill>
            <a:srgbClr val="000000"/>
          </a:solidFill>
          <a:ln w="6350">
            <a:solidFill>
              <a:srgbClr val="1A1A1A"/>
            </a:solidFill>
            <a:prstDash val="solid"/>
          </a:ln>
        </p:spPr>
      </p:sp>
      <p:pic>
        <p:nvPicPr>
          <p:cNvPr id="7" name="Image 1" descr="/Users/nicolas/Dev/brandbook/brand/assets/logo/primary/white-on-black/afluence-primary-white-on-black-3200w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0" y="2697480"/>
            <a:ext cx="45720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749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ON BLACK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0" name="Image 2" descr="/Users/nicolas/Dev/brandbook/brand/assets/logo/primary/gray/afluence-primary-gray-3200w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6000" y="4114800"/>
            <a:ext cx="4572000" cy="7315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4892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(MONOCROMATICO)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— USOS INCORRECTOS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188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rotar el logo en ningún ángulo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estirar ni distorsionar las proporciones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cambiar los colores fuera de las 3 aplicaciones definidas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agregar efectos (sombras, brillos, 3D, outlines)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colocar sobre fondos de color (solo negro, blanco, Abyss, Steel)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188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188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modificar la tipografía del wordmark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0" y="1920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separar el icono del wordmark en la versión primary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1208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agregar elementos al logo (bordes, contenedores, badges)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383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33832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reducir por debajo del tamaño mínimo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4114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4114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usar la versión incorrecta sobre fondos incompatibles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nicolas/Dev/brandbook/brand/assets/logo/icon-only/white-on-black/afluence-icon-only-white-on-black-1024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40480" y="1097280"/>
            <a:ext cx="1463040" cy="19842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91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empire.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afluence.com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AFLUENCE — Brand Guidelines</dc:title>
  <dc:subject>PptxGenJS Presentation</dc:subject>
  <dc:creator>Afluence</dc:creator>
  <cp:lastModifiedBy>Afluence</cp:lastModifiedBy>
  <cp:revision>1</cp:revision>
  <dcterms:created xsi:type="dcterms:W3CDTF">2026-03-17T08:07:11Z</dcterms:created>
  <dcterms:modified xsi:type="dcterms:W3CDTF">2026-03-17T08:07:11Z</dcterms:modified>
</cp:coreProperties>
</file>